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F457584-23C1-A1EB-3989-69DA3196FB06}" name="Erik Kusch" initials="EK" userId="S::erik@i-solution.de::b013128d-fc25-47ef-958f-a45594dadf4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73" autoAdjust="0"/>
    <p:restoredTop sz="94694"/>
  </p:normalViewPr>
  <p:slideViewPr>
    <p:cSldViewPr snapToGrid="0">
      <p:cViewPr>
        <p:scale>
          <a:sx n="75" d="100"/>
          <a:sy n="75" d="100"/>
        </p:scale>
        <p:origin x="62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DFC2B-67E1-44D1-684D-B9EEA6067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7C7D3-9F4A-32EA-26AA-A5EF640E4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32D89-CDD3-65FA-9458-FCE2112BA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04FA-432B-432B-B6F3-5146CA6CCD0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E111F-544C-B090-30E3-47EC0FE90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CF815-C77C-E5E5-D6D0-8F7FE28D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83997-486D-4850-B136-97AD0FF8E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1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B6ADC-3910-52CC-880C-5145D00BD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052C8-3507-94BA-5550-D0DC7A141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4990F-82BD-4C76-3097-A9E201D8D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04FA-432B-432B-B6F3-5146CA6CCD0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5D4E2-9E24-7C5E-7EAA-F7241A82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B08AA-12B9-4B7B-4439-6FFED61F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83997-486D-4850-B136-97AD0FF8E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32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327F-C6D9-F2D1-1693-08AA6859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73EEF-D2A2-A99F-E4F6-C7AD95EE9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352D8-9FBD-635B-E8FA-C8D0954CA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04FA-432B-432B-B6F3-5146CA6CCD0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B5085-67D9-AFF9-9369-83D759AB9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11FD9-E109-E408-E6C7-7FAF36BC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83997-486D-4850-B136-97AD0FF8E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04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4B14B-D293-7389-B90F-B95CC21B7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A21AA-D1FF-2030-81EC-45B8A94E0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5BB20-558D-2636-04C4-BA73DFA7C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AB99F-B1E6-377F-2F30-3C849626B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04FA-432B-432B-B6F3-5146CA6CCD0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C9A8A-0B2A-DABA-D013-64553D478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8BF61-FC1B-DE88-6E46-E7D914753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83997-486D-4850-B136-97AD0FF8E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744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EEEA7-FC5A-2062-BC4B-3B5CC289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3AEE5-FD41-0683-EE55-590E377E9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FA6FD-115D-5BFB-5618-061B41DB7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D02917-4E98-E35B-5096-C7C9F81ED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4181DB-09A9-D011-0C37-1CF78E6DB1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6820EA-0743-AC82-9A3B-7A8F76307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04FA-432B-432B-B6F3-5146CA6CCD0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C7AB99-2119-D72B-DA29-A88556F3A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43D8D0-B55D-04F5-32E8-16DF929F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83997-486D-4850-B136-97AD0FF8E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023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3F11-D46D-8189-89C4-CE8C44580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51FBD-5E9C-F892-328E-EA40F3159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04FA-432B-432B-B6F3-5146CA6CCD0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AE9A45-5B33-9648-FD10-B333B6712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0AD07C-4BF8-0C14-84C2-FA9C34274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83997-486D-4850-B136-97AD0FF8E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15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77C218-FC4E-2EA4-DCC4-0A9827AE8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04FA-432B-432B-B6F3-5146CA6CCD0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76E1F-EF8D-839F-F4B2-29950583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8F1F1-E94A-11A1-5B6F-096E4966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83997-486D-4850-B136-97AD0FF8E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60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D5D4A-F82D-3155-2E17-6927AEC02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487A0-331C-5158-A03F-7D10BAA9A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A2CF56-C373-079A-7C2C-FB0C40353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BD62E-08D1-1864-05AF-11A09A327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04FA-432B-432B-B6F3-5146CA6CCD0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B798C-9BF4-F76E-4103-F405CF13B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1AF44-6441-91C1-E26F-7B5D1E93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83997-486D-4850-B136-97AD0FF8E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1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F090-F804-1718-10C9-A919D631B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395BD3-FBB7-D1B4-A5B6-FD7A77A09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FE422-00BE-AF2C-BBD4-4768CCF86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7C426-7B73-AD98-D766-716AC60C7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04FA-432B-432B-B6F3-5146CA6CCD0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D0FC2-80CB-AA21-FB82-376939160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980F0-B4DC-994A-4EEE-806274B72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83997-486D-4850-B136-97AD0FF8E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33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E4A3D-6243-674C-D2CD-C0F88C63C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863796-880D-1EFA-D4A3-B539699E6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CB2B4-66C3-775B-FBEC-974880259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04FA-432B-432B-B6F3-5146CA6CCD0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51F31-CED3-AAA8-A3AD-A7209AB1C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C4A7F-8F62-4A95-7D54-F09F063C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83997-486D-4850-B136-97AD0FF8E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2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FDC2CB-BC71-2095-B1B6-C3F551554B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45A4E-6C36-87BD-03D8-6D0EC723C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69E6B-41DE-6185-4962-8ED47C448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04FA-432B-432B-B6F3-5146CA6CCD0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27598-50F8-C282-14EC-106B1B976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ED609-8D7A-B84F-4925-5895FA74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83997-486D-4850-B136-97AD0FF8E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39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F7D3B-FEB3-D688-B356-21841D5D7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EDCD3-93BF-FAE9-5E36-5A8E2BF62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9B50B-7B29-8573-D2ED-E7BFC9E82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F04FA-432B-432B-B6F3-5146CA6CCD0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7CA35-228F-D494-FAC9-590CB06E2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8A8F4-067D-C8BE-CF85-01D74FA6E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883997-486D-4850-B136-97AD0FF8E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7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0AC1FD-E85D-8EF9-FA94-4731FE91F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65" y="1591855"/>
            <a:ext cx="11675795" cy="3919730"/>
          </a:xfrm>
          <a:prstGeom prst="rect">
            <a:avLst/>
          </a:prstGeom>
        </p:spPr>
      </p:pic>
      <p:sp>
        <p:nvSpPr>
          <p:cNvPr id="2" name="Right Brace 1">
            <a:extLst>
              <a:ext uri="{FF2B5EF4-FFF2-40B4-BE49-F238E27FC236}">
                <a16:creationId xmlns:a16="http://schemas.microsoft.com/office/drawing/2014/main" id="{B7A6E130-7993-4C9A-5BE1-25FDA4E8C985}"/>
              </a:ext>
            </a:extLst>
          </p:cNvPr>
          <p:cNvSpPr/>
          <p:nvPr/>
        </p:nvSpPr>
        <p:spPr>
          <a:xfrm rot="16200000">
            <a:off x="3929850" y="-257727"/>
            <a:ext cx="333375" cy="433420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89B5E5-05E6-0A7C-62C4-F3EDAE195C38}"/>
              </a:ext>
            </a:extLst>
          </p:cNvPr>
          <p:cNvSpPr txBox="1"/>
          <p:nvPr/>
        </p:nvSpPr>
        <p:spPr>
          <a:xfrm>
            <a:off x="3630191" y="1373357"/>
            <a:ext cx="93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4.96%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D1CA6C14-B6BF-1C5C-FCFC-8D642CA5A111}"/>
              </a:ext>
            </a:extLst>
          </p:cNvPr>
          <p:cNvSpPr/>
          <p:nvPr/>
        </p:nvSpPr>
        <p:spPr>
          <a:xfrm rot="16200000">
            <a:off x="7935402" y="-419733"/>
            <a:ext cx="333375" cy="371348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C9EA27-34FE-F55E-5E90-CC8A25D3BD0A}"/>
              </a:ext>
            </a:extLst>
          </p:cNvPr>
          <p:cNvSpPr txBox="1"/>
          <p:nvPr/>
        </p:nvSpPr>
        <p:spPr>
          <a:xfrm>
            <a:off x="7536531" y="903472"/>
            <a:ext cx="1131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1.71%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1A475624-C5D0-FB1E-979A-3C4593DC60A8}"/>
              </a:ext>
            </a:extLst>
          </p:cNvPr>
          <p:cNvSpPr/>
          <p:nvPr/>
        </p:nvSpPr>
        <p:spPr>
          <a:xfrm rot="16200000">
            <a:off x="5777445" y="-3481546"/>
            <a:ext cx="333376" cy="80294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2FB8B5-4C40-9154-A9C4-663C8D455AF2}"/>
              </a:ext>
            </a:extLst>
          </p:cNvPr>
          <p:cNvSpPr txBox="1"/>
          <p:nvPr/>
        </p:nvSpPr>
        <p:spPr>
          <a:xfrm>
            <a:off x="5476290" y="-40059"/>
            <a:ext cx="93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6.21%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A87B6-6804-CA57-E743-7292C108F752}"/>
              </a:ext>
            </a:extLst>
          </p:cNvPr>
          <p:cNvSpPr txBox="1"/>
          <p:nvPr/>
        </p:nvSpPr>
        <p:spPr>
          <a:xfrm>
            <a:off x="1929431" y="517587"/>
            <a:ext cx="80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Forb vs. Woody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D36E0D-5EED-19FF-6F8C-1A5C95B7F4C1}"/>
              </a:ext>
            </a:extLst>
          </p:cNvPr>
          <p:cNvSpPr txBox="1"/>
          <p:nvPr/>
        </p:nvSpPr>
        <p:spPr>
          <a:xfrm>
            <a:off x="6263636" y="1437607"/>
            <a:ext cx="371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Gramminoid</a:t>
            </a:r>
            <a:r>
              <a:rPr lang="en-US" dirty="0"/>
              <a:t> vs. Woody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E035AC-A7B7-4539-1627-8E43A2FE5AD8}"/>
              </a:ext>
            </a:extLst>
          </p:cNvPr>
          <p:cNvSpPr txBox="1"/>
          <p:nvPr/>
        </p:nvSpPr>
        <p:spPr>
          <a:xfrm>
            <a:off x="1929431" y="1921038"/>
            <a:ext cx="4334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Forb vs. </a:t>
            </a:r>
            <a:r>
              <a:rPr lang="en-US" dirty="0" err="1"/>
              <a:t>Gramminoid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20B605-D9E4-A7CC-AD49-47867CA0EF41}"/>
              </a:ext>
            </a:extLst>
          </p:cNvPr>
          <p:cNvCxnSpPr/>
          <p:nvPr/>
        </p:nvCxnSpPr>
        <p:spPr>
          <a:xfrm>
            <a:off x="6278241" y="2529840"/>
            <a:ext cx="0" cy="899160"/>
          </a:xfrm>
          <a:prstGeom prst="line">
            <a:avLst/>
          </a:prstGeom>
          <a:ln w="12700">
            <a:solidFill>
              <a:srgbClr val="A9A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26566CFE-F635-D2E2-BAB5-81BB59C51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096"/>
          <a:stretch>
            <a:fillRect/>
          </a:stretch>
        </p:blipFill>
        <p:spPr>
          <a:xfrm>
            <a:off x="408227" y="5051062"/>
            <a:ext cx="11671333" cy="372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97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3406</TotalTime>
  <Words>18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Tasha-Leigh Gauthier</dc:creator>
  <cp:lastModifiedBy>Erik Kusch</cp:lastModifiedBy>
  <cp:revision>10</cp:revision>
  <dcterms:created xsi:type="dcterms:W3CDTF">2024-04-16T13:16:26Z</dcterms:created>
  <dcterms:modified xsi:type="dcterms:W3CDTF">2026-04-02T14:47:57Z</dcterms:modified>
</cp:coreProperties>
</file>